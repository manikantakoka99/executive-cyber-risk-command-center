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789920" cy="3291840"/>
          </a:xfrm>
          <a:prstGeom prst="roundRect">
            <a:avLst>
              <a:gd name="adj" fmla="val 5000"/>
            </a:avLst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7B6E8"/>
                </a:solidFill>
                <a:latin typeface="Calibri"/>
              </a:rPr>
              <a:t>YVI DWAN  ·  EXECUTIVE RISK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8EDF2"/>
                </a:solidFill>
                <a:latin typeface="Calibri"/>
              </a:rPr>
              <a:t>Executive Cyber Risk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A3B0"/>
                </a:solidFill>
                <a:latin typeface="Calibri"/>
              </a:rPr>
              <a:t>R&amp;D → Implementation → Production-readiness
Risk → Impact → Decision → Action → Closed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Data-backed MVP  ·  PostgreSQL · Fastify · React  ·  Sample dataset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From problem framing to a demonstrable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7B6E8"/>
                </a:solidFill>
                <a:latin typeface="Calibri"/>
              </a:rPr>
              <a:t>Discovery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Problem &amp; product principle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Source materials consumed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Reference vs implemented UI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Architecture &amp; data model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Sample data &amp; KPI derivation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7B6E8"/>
                </a:solidFill>
                <a:latin typeface="Calibri"/>
              </a:rPr>
              <a:t>Build &amp;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Executive journeys &amp; decisions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Security / tenancy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What shipped + test evidence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Limitations &amp; next phase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How to run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CXOs have many technical dashboards — not one business-context command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Domain tools (SOC, IAM, CSPM, VAPT, compliance…) produce signals in isolation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Board packs are assembled manually, late, and in technical language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Executives need residual risk, financial exposure, compliance, and decisions in one place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Success metric: time-to-executive-insight measured in seconds, not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Product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ECC is an aggregation layer above 12 YVI domain solutions — not a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Risk → Impact → Decision → Action → Closed Loop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Ingest / normalize / correlate domain signals into executive language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Translate findings into financial &amp; compliance impact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Escalate only what exceeds executive tolerance into a decision queue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Record actions immutably and feed closed-loop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Source materials (authoritative)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Implementation followed supplied contracts — not invented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HTML mockup + preview.jpg — visual / information-architecture baseline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High-Level Flow PDF — end-to-end product stages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Database ERD PDF + cyber_command_center_schema.sql — domain model &amp; RLS intent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CyberCommandCenter_Sample_Data.xlsx — synthetic multi-tenant dataset to import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Prior repo demo (5-domain hardcoded SPA) treated as superseded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Reference UI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Static HTML / preview — visual target, not hardcoded production values</a:t>
            </a:r>
          </a:p>
        </p:txBody>
      </p:sp>
      <p:pic>
        <p:nvPicPr>
          <p:cNvPr id="6" name="Picture 5" descr="reference-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791" y="1280160"/>
            <a:ext cx="3633377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0"/>
                </a:solidFill>
                <a:latin typeface="Calibri"/>
              </a:rPr>
              <a:t>Note: mockup KPIs (e.g. score 62) differ from sample DB (Al Dhabi ≈ 42.83).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Implemented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Data-backed Overview — KPIs computed from PostgreSQL for the selected organization</a:t>
            </a:r>
          </a:p>
        </p:txBody>
      </p:sp>
      <p:pic>
        <p:nvPicPr>
          <p:cNvPr id="6" name="Picture 5" descr="chrom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389" y="1280160"/>
            <a:ext cx="6650181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4A3B0"/>
                </a:solidFill>
                <a:latin typeface="Calibri"/>
              </a:rPr>
              <a:t>Decisions Awaiting Executive Action is the primary CXO interaction (inline Approve / Request Info).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Architecture (smallest viable)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Reuse existing React/Vite app; add Postgres + Fastify aggregation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PostgreSQL 16 via Docker Compose (host port 5433)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Idempotent Excel → DB importer + FK validation report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Fastify /api/ecc/* with org-scoped aggregation (overview endpoint)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React UI: Overview, Domains, Findings, Decisions, Compliance, Reports, Audit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Demo auth headers X-Org-Id / X-User-Id (SSO deferred)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Explicitly deferred: microservices, K8s, WebSockets, FAIR, live external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Data model (schema-faithful)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15 tables · multi-tenant org_id · Risk→Impact→Decision linkage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Tenancy: organizations, users (cxo / board / program_office / analyst / auditor)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Domains: risk_domains (12), org_domain_subscriptions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Scores: domain_risk_snapshots, enterprise_risk_score_snapshots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Evidence: risk_findings → business_impact_assessments → executive_decisions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Closed loop: decision_action_log, command_center_activity, generated_reports, audit_log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Compliance: compliance_frameworks + org_compliance_status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Sample dataset (imported)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Workbook mapped 1:1 to schema — validation PASSED after reload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>
                    <a:solidFill>
                      <a:srgbClr val="1B4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>
                    <a:solidFill>
                      <a:srgbClr val="1B4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B4D6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organizations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Incl. Al Dhabi, Falcon, Burj, Meridian, Zayed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risk_domains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Full YVI portfolio taxonomy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domain_risk_snapshots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6 months × 12 × 5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enterprise snapshots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Trend source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findings / impacts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15 / 15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Linked AED exposure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executive_decisions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Awaiting varies by org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compliance status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5 frameworks × orgs/snapshots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activity / reports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34 / 10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Closed-loop artifacts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KPI calculation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Server-side only — no hardcoded HTML prototype numbers in the UI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701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1B4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B4D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B4D6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Enterprise risk score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enterprise_risk_score_snapshots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Latest snapshot + MoM delta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Business impact exposure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business_impact_assessments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Sum AED for open findings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Compliance posture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org_compliance_status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Avg latest coverage %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Decisions awaiting CXO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executive_decisions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status = awaiting_decision ONLY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Risk by domain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domain_risk_snapshots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Latest per subscribed domain</a:t>
                      </a:r>
                    </a:p>
                  </a:txBody>
                  <a:tcPr>
                    <a:solidFill>
                      <a:srgbClr val="121820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Risk trend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enterprise snapshots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DF2"/>
                          </a:solidFill>
                          <a:latin typeface="Calibri"/>
                        </a:rPr>
                        <a:t>Chronological score series</a:t>
                      </a:r>
                    </a:p>
                  </a:txBody>
                  <a:tcPr>
                    <a:solidFill>
                      <a:srgbClr val="161E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Executive journeys (MVP)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Designed for &lt;30s posture comprehension and actionable follow-through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J1 CXO opens Overview → score, trend, exposure, compliance, awaiting queue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J2 Domain card → score history, findings, linked decisions, exposure rollup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J3 Finding → financial / downtime / BU / compliance scope → linked decision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J4 Approve or Request More Information inline → action log + activity + audit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Org switcher: Al Dhabi (0 awaiting, valid empty) · Falcon (2 awaiting, demo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Decision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Immutable history · explicit statuses · overview matches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States: awaiting_decision · info_requested · approved · declined · closed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Overview KPI &amp; queue count only awaiting_decision (info_requested excluded)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Primary overview actions: Approve (from recommended_action) + Request More Information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Every mutation writes decision_action_log + audit_log + command_center_activity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RBAC: CXO approve/decline · CXO/Program Office request-info/close · others read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Duplicate submission guarded in UI (busy lock) + terminal-state 409 on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Security &amp; tenancy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Frontend hiding is not isolation — API enforces organization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All tenant routes require validated X-Org-Id + X-User-Id membership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Findings, decisions, compliance, reports, audit filtered by org_id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Cross-org decision read/mutate returns 404; analyst approve returns 403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Domain UUIDs are shared catalog; findings/snapshots remain org-scoped (tested)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Schema includes RLS policies; MVP app role still bypasses RLS — next-phase hardening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Demo auth is intentional for workshops — not a production IdP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What we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MUST-HAVE flow complete · production-readiness pass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7B6E8"/>
                </a:solidFill>
                <a:latin typeface="Calibri"/>
              </a:rPr>
              <a:t>Core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DB + sample import/validation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Aggregation APIs + overview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Domains / findings / decisions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Inline CXO decision actions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Compliance · reports · audit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Org switch + role-visible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7B6E8"/>
                </a:solidFill>
                <a:latin typeface="Calibri"/>
              </a:rPr>
              <a:t>Hardening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RIDA chain on overview cards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Honest polled freshness label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Domain drill-down enrichment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Empty/error/loading states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Tenant isolation tests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DF2"/>
                </a:solidFill>
                <a:latin typeface="Calibri"/>
              </a:rPr>
              <a:t>•  Typecheck + production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Test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Gates executed during R&amp;D and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Sample import validation — row counts + FK checks PASSED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Overview golden tests (Al Dhabi KPIs · Falcon queue ≡ KPI) PASSED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Security tests (finding isolation · report scoping · approve/audit) PASSED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E2E Risk→Impact→Decision→Action script PASSED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Frontend TypeScript build (tsc + vite build) 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Explicit so stakeholders do not confuse MVP with production enterprise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Header demo auth — not SSO / MFA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DB owner connection bypasses Postgres RLS (API filters active today)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No live domain feed adapters yet (workbook is the source)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Sample compliance_scope_impact often null — UI shows when present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Board briefing is Markdown from live aggregates (PDF later)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Al Dhabi sample has zero awaiting decisions — use Falcon for action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Recommended next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Stay on current architecture — deepen trust, feeds, and board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Phase A: SSO + connect as ccc_app with app.current_org_id RLS enforced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Phase B: Wire 1–3 live domain feeds into findings/snapshots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Phase C: Per-org risk appetite config (replace env default 50)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Phase D: Decision aging / SLA + PDF board briefing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Phase E: Playwright UI smoke (org switch + approve path)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Do not add FAIR Monte Carlo, WebSockets, or microservices unless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Calibri"/>
              </a:rPr>
              <a:t>How to run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4A3B0"/>
                </a:solidFill>
                <a:latin typeface="Calibri"/>
              </a:rPr>
              <a:t>Workshop / demo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docker compose up -d   # Postgres on localhost:5433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.venv-ecc/bin/python db/import_sample_data.py --reset &amp;&amp; validate_import.py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cd server &amp;&amp; npm run dev   # API :4000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cd web &amp;&amp; npm run dev      # UI :5173 (proxies /api)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Switch org to Falcon National Bank to exercise awaiting CXO decisions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8EDF2"/>
                </a:solidFill>
                <a:latin typeface="Calibri"/>
              </a:rPr>
              <a:t>•  Docs: docs/ecc-*.md · checklist · production-readiness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2743200"/>
          </a:xfrm>
          <a:prstGeom prst="roundRect">
            <a:avLst>
              <a:gd name="adj" fmla="val 5000"/>
            </a:avLst>
          </a:prstGeom>
          <a:solidFill>
            <a:srgbClr val="12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8EDF2"/>
                </a:solidFill>
                <a:latin typeface="Calibri"/>
              </a:rPr>
              <a:t>One command view for cyber risk —
in business language, with decisions that close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7B6E8"/>
                </a:solidFill>
                <a:latin typeface="Calibri"/>
              </a:rPr>
              <a:t>Questions · pilot scoping · feed mapping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0"/>
                </a:solidFill>
                <a:latin typeface="Calibri"/>
              </a:rPr>
              <a:t>YVI DWAN · Executive Cyber Risk Command Center  · 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